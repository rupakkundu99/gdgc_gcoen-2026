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Poppins Semi-Bold" charset="1" panose="00000700000000000000"/>
      <p:regular r:id="rId13"/>
    </p:embeddedFont>
    <p:embeddedFont>
      <p:font typeface="Poppins Bold" charset="1" panose="00000800000000000000"/>
      <p:regular r:id="rId14"/>
    </p:embeddedFont>
    <p:embeddedFont>
      <p:font typeface="Poppins Medium" charset="1" panose="00000600000000000000"/>
      <p:regular r:id="rId15"/>
    </p:embeddedFont>
    <p:embeddedFont>
      <p:font typeface="Poppins" charset="1" panose="00000500000000000000"/>
      <p:regular r:id="rId1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png" Type="http://schemas.openxmlformats.org/officeDocument/2006/relationships/image"/><Relationship Id="rId12" Target="../media/image11.sv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.svg" Type="http://schemas.openxmlformats.org/officeDocument/2006/relationships/image"/><Relationship Id="rId2" Target="../media/image12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3.png" Type="http://schemas.openxmlformats.org/officeDocument/2006/relationships/image"/><Relationship Id="rId8" Target="../media/image14.png" Type="http://schemas.openxmlformats.org/officeDocument/2006/relationships/image"/><Relationship Id="rId9" Target="../media/image10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5.png" Type="http://schemas.openxmlformats.org/officeDocument/2006/relationships/image"/><Relationship Id="rId3" Target="../media/image5.png" Type="http://schemas.openxmlformats.org/officeDocument/2006/relationships/image"/><Relationship Id="rId4" Target="../media/image6.svg" Type="http://schemas.openxmlformats.org/officeDocument/2006/relationships/image"/><Relationship Id="rId5" Target="../media/image7.png" Type="http://schemas.openxmlformats.org/officeDocument/2006/relationships/image"/><Relationship Id="rId6" Target="../media/image8.svg" Type="http://schemas.openxmlformats.org/officeDocument/2006/relationships/image"/><Relationship Id="rId7" Target="../media/image16.pn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7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19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0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1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2" Target="../media/image10.png" Type="http://schemas.openxmlformats.org/officeDocument/2006/relationships/image"/><Relationship Id="rId3" Target="../media/image11.svg" Type="http://schemas.openxmlformats.org/officeDocument/2006/relationships/image"/><Relationship Id="rId4" Target="../media/image23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7.png" Type="http://schemas.openxmlformats.org/officeDocument/2006/relationships/image"/><Relationship Id="rId8" Target="../media/image8.svg" Type="http://schemas.openxmlformats.org/officeDocument/2006/relationships/image"/><Relationship Id="rId9" Target="../media/image2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36551" y="1025733"/>
            <a:ext cx="3522749" cy="1515447"/>
          </a:xfrm>
          <a:custGeom>
            <a:avLst/>
            <a:gdLst/>
            <a:ahLst/>
            <a:cxnLst/>
            <a:rect r="r" b="b" t="t" l="l"/>
            <a:pathLst>
              <a:path h="1515447" w="3522749">
                <a:moveTo>
                  <a:pt x="0" y="0"/>
                </a:moveTo>
                <a:lnTo>
                  <a:pt x="3522749" y="0"/>
                </a:lnTo>
                <a:lnTo>
                  <a:pt x="3522749" y="1515447"/>
                </a:lnTo>
                <a:lnTo>
                  <a:pt x="0" y="151544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  <a:ln cap="sq">
            <a:noFill/>
            <a:prstDash val="solid"/>
            <a:miter/>
          </a:ln>
        </p:spPr>
      </p:sp>
      <p:grpSp>
        <p:nvGrpSpPr>
          <p:cNvPr name="Group 3" id="3"/>
          <p:cNvGrpSpPr/>
          <p:nvPr/>
        </p:nvGrpSpPr>
        <p:grpSpPr>
          <a:xfrm rot="0">
            <a:off x="6455617" y="3509403"/>
            <a:ext cx="5352340" cy="899583"/>
            <a:chOff x="0" y="0"/>
            <a:chExt cx="7136453" cy="1199444"/>
          </a:xfrm>
        </p:grpSpPr>
        <p:grpSp>
          <p:nvGrpSpPr>
            <p:cNvPr name="Group 4" id="4"/>
            <p:cNvGrpSpPr/>
            <p:nvPr/>
          </p:nvGrpSpPr>
          <p:grpSpPr>
            <a:xfrm rot="0">
              <a:off x="943340" y="0"/>
              <a:ext cx="5569354" cy="1199444"/>
              <a:chOff x="0" y="0"/>
              <a:chExt cx="1660414" cy="357595"/>
            </a:xfrm>
          </p:grpSpPr>
          <p:sp>
            <p:nvSpPr>
              <p:cNvPr name="Freeform 5" id="5"/>
              <p:cNvSpPr/>
              <p:nvPr/>
            </p:nvSpPr>
            <p:spPr>
              <a:xfrm flipH="false" flipV="false" rot="0">
                <a:off x="0" y="0"/>
                <a:ext cx="1660414" cy="357595"/>
              </a:xfrm>
              <a:custGeom>
                <a:avLst/>
                <a:gdLst/>
                <a:ahLst/>
                <a:cxnLst/>
                <a:rect r="r" b="b" t="t" l="l"/>
                <a:pathLst>
                  <a:path h="357595" w="1660414">
                    <a:moveTo>
                      <a:pt x="63467" y="0"/>
                    </a:moveTo>
                    <a:lnTo>
                      <a:pt x="1596947" y="0"/>
                    </a:lnTo>
                    <a:cubicBezTo>
                      <a:pt x="1631999" y="0"/>
                      <a:pt x="1660414" y="28415"/>
                      <a:pt x="1660414" y="63467"/>
                    </a:cubicBezTo>
                    <a:lnTo>
                      <a:pt x="1660414" y="294128"/>
                    </a:lnTo>
                    <a:cubicBezTo>
                      <a:pt x="1660414" y="310961"/>
                      <a:pt x="1653727" y="327104"/>
                      <a:pt x="1641825" y="339006"/>
                    </a:cubicBezTo>
                    <a:cubicBezTo>
                      <a:pt x="1629923" y="350908"/>
                      <a:pt x="1613780" y="357595"/>
                      <a:pt x="1596947" y="357595"/>
                    </a:cubicBezTo>
                    <a:lnTo>
                      <a:pt x="63467" y="357595"/>
                    </a:lnTo>
                    <a:cubicBezTo>
                      <a:pt x="46634" y="357595"/>
                      <a:pt x="30491" y="350908"/>
                      <a:pt x="18589" y="339006"/>
                    </a:cubicBezTo>
                    <a:cubicBezTo>
                      <a:pt x="6687" y="327104"/>
                      <a:pt x="0" y="310961"/>
                      <a:pt x="0" y="294128"/>
                    </a:cubicBezTo>
                    <a:lnTo>
                      <a:pt x="0" y="63467"/>
                    </a:lnTo>
                    <a:cubicBezTo>
                      <a:pt x="0" y="46634"/>
                      <a:pt x="6687" y="30491"/>
                      <a:pt x="18589" y="18589"/>
                    </a:cubicBezTo>
                    <a:cubicBezTo>
                      <a:pt x="30491" y="6687"/>
                      <a:pt x="46634" y="0"/>
                      <a:pt x="63467" y="0"/>
                    </a:cubicBezTo>
                    <a:close/>
                  </a:path>
                </a:pathLst>
              </a:custGeom>
              <a:solidFill>
                <a:srgbClr val="4881E1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6" id="6"/>
              <p:cNvSpPr txBox="true"/>
              <p:nvPr/>
            </p:nvSpPr>
            <p:spPr>
              <a:xfrm>
                <a:off x="0" y="-238125"/>
                <a:ext cx="1660414" cy="595720"/>
              </a:xfrm>
              <a:prstGeom prst="rect">
                <a:avLst/>
              </a:prstGeom>
            </p:spPr>
            <p:txBody>
              <a:bodyPr anchor="ctr" rtlCol="false" tIns="20588" lIns="20588" bIns="20588" rIns="20588"/>
              <a:lstStyle/>
              <a:p>
                <a:pPr algn="ctr">
                  <a:lnSpc>
                    <a:spcPts val="11899"/>
                  </a:lnSpc>
                </a:pPr>
              </a:p>
            </p:txBody>
          </p:sp>
        </p:grpSp>
        <p:sp>
          <p:nvSpPr>
            <p:cNvPr name="TextBox 7" id="7"/>
            <p:cNvSpPr txBox="true"/>
            <p:nvPr/>
          </p:nvSpPr>
          <p:spPr>
            <a:xfrm rot="0">
              <a:off x="0" y="92033"/>
              <a:ext cx="7136453" cy="93292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291"/>
                </a:lnSpc>
              </a:pP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1243219" y="-85810"/>
              <a:ext cx="4901182" cy="122205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35"/>
                </a:lnSpc>
              </a:pPr>
              <a:r>
                <a:rPr lang="en-US" b="true" sz="5311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TITLE PAGE</a:t>
              </a:r>
            </a:p>
          </p:txBody>
        </p:sp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6448441" y="247166"/>
            <a:ext cx="5473902" cy="3262479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523733" y="257886"/>
            <a:ext cx="5345252" cy="3133829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459161" y="257886"/>
            <a:ext cx="5345252" cy="3133829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 rot="0">
            <a:off x="11113930" y="193985"/>
            <a:ext cx="908427" cy="908427"/>
            <a:chOff x="0" y="0"/>
            <a:chExt cx="1211236" cy="1211236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211236" cy="1211236"/>
            </a:xfrm>
            <a:custGeom>
              <a:avLst/>
              <a:gdLst/>
              <a:ahLst/>
              <a:cxnLst/>
              <a:rect r="r" b="b" t="t" l="l"/>
              <a:pathLst>
                <a:path h="1211236" w="1211236">
                  <a:moveTo>
                    <a:pt x="0" y="0"/>
                  </a:moveTo>
                  <a:lnTo>
                    <a:pt x="1211236" y="0"/>
                  </a:lnTo>
                  <a:lnTo>
                    <a:pt x="1211236" y="1211236"/>
                  </a:lnTo>
                  <a:lnTo>
                    <a:pt x="0" y="1211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4" id="14"/>
            <p:cNvSpPr/>
            <p:nvPr/>
          </p:nvSpPr>
          <p:spPr>
            <a:xfrm flipH="false" flipV="false" rot="0">
              <a:off x="0" y="42000"/>
              <a:ext cx="1127236" cy="1127236"/>
            </a:xfrm>
            <a:custGeom>
              <a:avLst/>
              <a:gdLst/>
              <a:ahLst/>
              <a:cxnLst/>
              <a:rect r="r" b="b" t="t" l="l"/>
              <a:pathLst>
                <a:path h="1127236" w="1127236">
                  <a:moveTo>
                    <a:pt x="0" y="0"/>
                  </a:moveTo>
                  <a:lnTo>
                    <a:pt x="1127236" y="0"/>
                  </a:lnTo>
                  <a:lnTo>
                    <a:pt x="1127236" y="1127236"/>
                  </a:lnTo>
                  <a:lnTo>
                    <a:pt x="0" y="11272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601941" y="1899088"/>
            <a:ext cx="1188835" cy="741161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1028700" y="4550977"/>
            <a:ext cx="16230600" cy="53607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082"/>
              </a:lnSpc>
            </a:pPr>
            <a:r>
              <a:rPr lang="en-US" sz="3119" b="true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Problem Statement Title–</a:t>
            </a:r>
          </a:p>
          <a:p>
            <a:pPr algn="just">
              <a:lnSpc>
                <a:spcPts val="6082"/>
              </a:lnSpc>
            </a:pPr>
            <a:r>
              <a:rPr lang="en-US" b="true" sz="3119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Team Name -</a:t>
            </a:r>
          </a:p>
          <a:p>
            <a:pPr algn="just">
              <a:lnSpc>
                <a:spcPts val="6082"/>
              </a:lnSpc>
            </a:pPr>
            <a:r>
              <a:rPr lang="en-US" b="true" sz="3119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Team Members-</a:t>
            </a:r>
          </a:p>
          <a:p>
            <a:pPr algn="just">
              <a:lnSpc>
                <a:spcPts val="6082"/>
              </a:lnSpc>
            </a:pPr>
            <a:r>
              <a:rPr lang="en-US" b="true" sz="3119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1.</a:t>
            </a:r>
          </a:p>
          <a:p>
            <a:pPr algn="just">
              <a:lnSpc>
                <a:spcPts val="6082"/>
              </a:lnSpc>
            </a:pPr>
            <a:r>
              <a:rPr lang="en-US" b="true" sz="3119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2.</a:t>
            </a:r>
          </a:p>
          <a:p>
            <a:pPr algn="just">
              <a:lnSpc>
                <a:spcPts val="6082"/>
              </a:lnSpc>
            </a:pPr>
            <a:r>
              <a:rPr lang="en-US" b="true" sz="3119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3.</a:t>
            </a:r>
          </a:p>
          <a:p>
            <a:pPr algn="just">
              <a:lnSpc>
                <a:spcPts val="6082"/>
              </a:lnSpc>
            </a:pPr>
            <a:r>
              <a:rPr lang="en-US" b="true" sz="3119">
                <a:solidFill>
                  <a:srgbClr val="1800AD"/>
                </a:solidFill>
                <a:latin typeface="Poppins Bold"/>
                <a:ea typeface="Poppins Bold"/>
                <a:cs typeface="Poppins Bold"/>
                <a:sym typeface="Poppins Bold"/>
              </a:rPr>
              <a:t>4.</a:t>
            </a:r>
          </a:p>
        </p:txBody>
      </p:sp>
      <p:grpSp>
        <p:nvGrpSpPr>
          <p:cNvPr name="Group 17" id="17"/>
          <p:cNvGrpSpPr/>
          <p:nvPr/>
        </p:nvGrpSpPr>
        <p:grpSpPr>
          <a:xfrm rot="0">
            <a:off x="1028700" y="1025733"/>
            <a:ext cx="4327535" cy="968291"/>
            <a:chOff x="0" y="0"/>
            <a:chExt cx="5770047" cy="1291055"/>
          </a:xfrm>
        </p:grpSpPr>
        <p:grpSp>
          <p:nvGrpSpPr>
            <p:cNvPr name="Group 18" id="18"/>
            <p:cNvGrpSpPr/>
            <p:nvPr/>
          </p:nvGrpSpPr>
          <p:grpSpPr>
            <a:xfrm rot="0">
              <a:off x="0" y="0"/>
              <a:ext cx="5770047" cy="1291055"/>
              <a:chOff x="0" y="0"/>
              <a:chExt cx="1451335" cy="324738"/>
            </a:xfrm>
          </p:grpSpPr>
          <p:sp>
            <p:nvSpPr>
              <p:cNvPr name="Freeform 19" id="19"/>
              <p:cNvSpPr/>
              <p:nvPr/>
            </p:nvSpPr>
            <p:spPr>
              <a:xfrm flipH="false" flipV="false" rot="0">
                <a:off x="0" y="0"/>
                <a:ext cx="1451335" cy="324738"/>
              </a:xfrm>
              <a:custGeom>
                <a:avLst/>
                <a:gdLst/>
                <a:ahLst/>
                <a:cxnLst/>
                <a:rect r="r" b="b" t="t" l="l"/>
                <a:pathLst>
                  <a:path h="324738" w="1451335">
                    <a:moveTo>
                      <a:pt x="89450" y="0"/>
                    </a:moveTo>
                    <a:lnTo>
                      <a:pt x="1361885" y="0"/>
                    </a:lnTo>
                    <a:cubicBezTo>
                      <a:pt x="1411287" y="0"/>
                      <a:pt x="1451335" y="40048"/>
                      <a:pt x="1451335" y="89450"/>
                    </a:cubicBezTo>
                    <a:lnTo>
                      <a:pt x="1451335" y="235288"/>
                    </a:lnTo>
                    <a:cubicBezTo>
                      <a:pt x="1451335" y="284690"/>
                      <a:pt x="1411287" y="324738"/>
                      <a:pt x="1361885" y="324738"/>
                    </a:cubicBezTo>
                    <a:lnTo>
                      <a:pt x="89450" y="324738"/>
                    </a:lnTo>
                    <a:cubicBezTo>
                      <a:pt x="65726" y="324738"/>
                      <a:pt x="42974" y="315314"/>
                      <a:pt x="26199" y="298539"/>
                    </a:cubicBezTo>
                    <a:cubicBezTo>
                      <a:pt x="9424" y="281764"/>
                      <a:pt x="0" y="259012"/>
                      <a:pt x="0" y="235288"/>
                    </a:cubicBezTo>
                    <a:lnTo>
                      <a:pt x="0" y="89450"/>
                    </a:lnTo>
                    <a:cubicBezTo>
                      <a:pt x="0" y="40048"/>
                      <a:pt x="40048" y="0"/>
                      <a:pt x="89450" y="0"/>
                    </a:cubicBezTo>
                    <a:close/>
                  </a:path>
                </a:pathLst>
              </a:custGeom>
              <a:solidFill>
                <a:srgbClr val="A7C8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20" id="20"/>
              <p:cNvSpPr txBox="true"/>
              <p:nvPr/>
            </p:nvSpPr>
            <p:spPr>
              <a:xfrm>
                <a:off x="0" y="-38100"/>
                <a:ext cx="1451335" cy="362838"/>
              </a:xfrm>
              <a:prstGeom prst="rect">
                <a:avLst/>
              </a:prstGeom>
            </p:spPr>
            <p:txBody>
              <a:bodyPr anchor="ctr" rtlCol="false" tIns="39894" lIns="39894" bIns="39894" rIns="3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21" id="21"/>
            <p:cNvSpPr txBox="true"/>
            <p:nvPr/>
          </p:nvSpPr>
          <p:spPr>
            <a:xfrm rot="0">
              <a:off x="1626766" y="381914"/>
              <a:ext cx="2003293" cy="470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05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TEAM NAME</a:t>
              </a:r>
            </a:p>
          </p:txBody>
        </p:sp>
      </p:grpSp>
      <p:sp>
        <p:nvSpPr>
          <p:cNvPr name="Freeform 22" id="22"/>
          <p:cNvSpPr/>
          <p:nvPr/>
        </p:nvSpPr>
        <p:spPr>
          <a:xfrm flipH="false" flipV="false" rot="0">
            <a:off x="15723457" y="9258300"/>
            <a:ext cx="1535843" cy="653431"/>
          </a:xfrm>
          <a:custGeom>
            <a:avLst/>
            <a:gdLst/>
            <a:ahLst/>
            <a:cxnLst/>
            <a:rect r="r" b="b" t="t" l="l"/>
            <a:pathLst>
              <a:path h="653431" w="1535843">
                <a:moveTo>
                  <a:pt x="0" y="0"/>
                </a:moveTo>
                <a:lnTo>
                  <a:pt x="1535843" y="0"/>
                </a:lnTo>
                <a:lnTo>
                  <a:pt x="1535843" y="653431"/>
                </a:lnTo>
                <a:lnTo>
                  <a:pt x="0" y="653431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163639" y="1028700"/>
            <a:ext cx="9251179" cy="1746051"/>
            <a:chOff x="0" y="0"/>
            <a:chExt cx="12334905" cy="2328069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34905" cy="1303024"/>
              <a:chOff x="0" y="0"/>
              <a:chExt cx="3385127" cy="3575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385127" cy="357595"/>
              </a:xfrm>
              <a:custGeom>
                <a:avLst/>
                <a:gdLst/>
                <a:ahLst/>
                <a:cxnLst/>
                <a:rect r="r" b="b" t="t" l="l"/>
                <a:pathLst>
                  <a:path h="357595" w="3385127">
                    <a:moveTo>
                      <a:pt x="26779" y="0"/>
                    </a:moveTo>
                    <a:lnTo>
                      <a:pt x="3358347" y="0"/>
                    </a:lnTo>
                    <a:cubicBezTo>
                      <a:pt x="3365450" y="0"/>
                      <a:pt x="3372261" y="2821"/>
                      <a:pt x="3377283" y="7844"/>
                    </a:cubicBezTo>
                    <a:cubicBezTo>
                      <a:pt x="3382305" y="12866"/>
                      <a:pt x="3385127" y="19677"/>
                      <a:pt x="3385127" y="26779"/>
                    </a:cubicBezTo>
                    <a:lnTo>
                      <a:pt x="3385127" y="330816"/>
                    </a:lnTo>
                    <a:cubicBezTo>
                      <a:pt x="3385127" y="337918"/>
                      <a:pt x="3382305" y="344729"/>
                      <a:pt x="3377283" y="349752"/>
                    </a:cubicBezTo>
                    <a:cubicBezTo>
                      <a:pt x="3372261" y="354774"/>
                      <a:pt x="3365450" y="357595"/>
                      <a:pt x="3358347" y="357595"/>
                    </a:cubicBezTo>
                    <a:lnTo>
                      <a:pt x="26779" y="357595"/>
                    </a:lnTo>
                    <a:cubicBezTo>
                      <a:pt x="19677" y="357595"/>
                      <a:pt x="12866" y="354774"/>
                      <a:pt x="7844" y="349752"/>
                    </a:cubicBezTo>
                    <a:cubicBezTo>
                      <a:pt x="2821" y="344729"/>
                      <a:pt x="0" y="337918"/>
                      <a:pt x="0" y="330816"/>
                    </a:cubicBezTo>
                    <a:lnTo>
                      <a:pt x="0" y="26779"/>
                    </a:lnTo>
                    <a:cubicBezTo>
                      <a:pt x="0" y="19677"/>
                      <a:pt x="2821" y="12866"/>
                      <a:pt x="7844" y="7844"/>
                    </a:cubicBezTo>
                    <a:cubicBezTo>
                      <a:pt x="12866" y="2821"/>
                      <a:pt x="19677" y="0"/>
                      <a:pt x="26779" y="0"/>
                    </a:cubicBezTo>
                    <a:close/>
                  </a:path>
                </a:pathLst>
              </a:custGeom>
              <a:solidFill>
                <a:srgbClr val="D84437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38125"/>
                <a:ext cx="3385127" cy="595720"/>
              </a:xfrm>
              <a:prstGeom prst="rect">
                <a:avLst/>
              </a:prstGeom>
            </p:spPr>
            <p:txBody>
              <a:bodyPr anchor="ctr" rtlCol="false" tIns="23933" lIns="23933" bIns="23933" rIns="23933"/>
              <a:lstStyle/>
              <a:p>
                <a:pPr algn="ctr">
                  <a:lnSpc>
                    <a:spcPts val="1189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545451" y="-16660"/>
              <a:ext cx="11332104" cy="234472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022"/>
                </a:lnSpc>
              </a:pPr>
              <a:r>
                <a:rPr lang="en-US" b="true" sz="5015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IMPORTANT INSTRUCTIONS</a:t>
              </a:r>
            </a:p>
            <a:p>
              <a:pPr algn="ctr">
                <a:lnSpc>
                  <a:spcPts val="7022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572895" y="1028700"/>
            <a:ext cx="4327535" cy="968291"/>
            <a:chOff x="0" y="0"/>
            <a:chExt cx="5770047" cy="129105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770047" cy="1291055"/>
              <a:chOff x="0" y="0"/>
              <a:chExt cx="1451335" cy="32473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451335" cy="324738"/>
              </a:xfrm>
              <a:custGeom>
                <a:avLst/>
                <a:gdLst/>
                <a:ahLst/>
                <a:cxnLst/>
                <a:rect r="r" b="b" t="t" l="l"/>
                <a:pathLst>
                  <a:path h="324738" w="1451335">
                    <a:moveTo>
                      <a:pt x="89450" y="0"/>
                    </a:moveTo>
                    <a:lnTo>
                      <a:pt x="1361885" y="0"/>
                    </a:lnTo>
                    <a:cubicBezTo>
                      <a:pt x="1411287" y="0"/>
                      <a:pt x="1451335" y="40048"/>
                      <a:pt x="1451335" y="89450"/>
                    </a:cubicBezTo>
                    <a:lnTo>
                      <a:pt x="1451335" y="235288"/>
                    </a:lnTo>
                    <a:cubicBezTo>
                      <a:pt x="1451335" y="284690"/>
                      <a:pt x="1411287" y="324738"/>
                      <a:pt x="1361885" y="324738"/>
                    </a:cubicBezTo>
                    <a:lnTo>
                      <a:pt x="89450" y="324738"/>
                    </a:lnTo>
                    <a:cubicBezTo>
                      <a:pt x="65726" y="324738"/>
                      <a:pt x="42974" y="315314"/>
                      <a:pt x="26199" y="298539"/>
                    </a:cubicBezTo>
                    <a:cubicBezTo>
                      <a:pt x="9424" y="281764"/>
                      <a:pt x="0" y="259012"/>
                      <a:pt x="0" y="235288"/>
                    </a:cubicBezTo>
                    <a:lnTo>
                      <a:pt x="0" y="89450"/>
                    </a:lnTo>
                    <a:cubicBezTo>
                      <a:pt x="0" y="40048"/>
                      <a:pt x="40048" y="0"/>
                      <a:pt x="89450" y="0"/>
                    </a:cubicBezTo>
                    <a:close/>
                  </a:path>
                </a:pathLst>
              </a:custGeom>
              <a:solidFill>
                <a:srgbClr val="A7C8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451335" cy="362838"/>
              </a:xfrm>
              <a:prstGeom prst="rect">
                <a:avLst/>
              </a:prstGeom>
            </p:spPr>
            <p:txBody>
              <a:bodyPr anchor="ctr" rtlCol="false" tIns="39894" lIns="39894" bIns="39894" rIns="3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626766" y="381914"/>
              <a:ext cx="2003293" cy="470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05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TEAM NAME</a:t>
              </a:r>
            </a:p>
          </p:txBody>
        </p:sp>
      </p:grpSp>
      <p:pic>
        <p:nvPicPr>
          <p:cNvPr name="Picture 12" id="1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4380254" y="791795"/>
            <a:ext cx="3573258" cy="2094940"/>
          </a:xfrm>
          <a:prstGeom prst="rect">
            <a:avLst/>
          </a:prstGeom>
        </p:spPr>
      </p:pic>
      <p:grpSp>
        <p:nvGrpSpPr>
          <p:cNvPr name="Group 13" id="13"/>
          <p:cNvGrpSpPr/>
          <p:nvPr/>
        </p:nvGrpSpPr>
        <p:grpSpPr>
          <a:xfrm rot="0">
            <a:off x="17458583" y="785927"/>
            <a:ext cx="607276" cy="607276"/>
            <a:chOff x="0" y="0"/>
            <a:chExt cx="809702" cy="80970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09702" cy="809702"/>
            </a:xfrm>
            <a:custGeom>
              <a:avLst/>
              <a:gdLst/>
              <a:ahLst/>
              <a:cxnLst/>
              <a:rect r="r" b="b" t="t" l="l"/>
              <a:pathLst>
                <a:path h="809702" w="809702">
                  <a:moveTo>
                    <a:pt x="0" y="0"/>
                  </a:moveTo>
                  <a:lnTo>
                    <a:pt x="809702" y="0"/>
                  </a:lnTo>
                  <a:lnTo>
                    <a:pt x="809702" y="809702"/>
                  </a:lnTo>
                  <a:lnTo>
                    <a:pt x="0" y="80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28077"/>
              <a:ext cx="753548" cy="753548"/>
            </a:xfrm>
            <a:custGeom>
              <a:avLst/>
              <a:gdLst/>
              <a:ahLst/>
              <a:cxnLst/>
              <a:rect r="r" b="b" t="t" l="l"/>
              <a:pathLst>
                <a:path h="753548" w="753548">
                  <a:moveTo>
                    <a:pt x="0" y="0"/>
                  </a:moveTo>
                  <a:lnTo>
                    <a:pt x="753548" y="0"/>
                  </a:lnTo>
                  <a:lnTo>
                    <a:pt x="753548" y="753548"/>
                  </a:lnTo>
                  <a:lnTo>
                    <a:pt x="0" y="753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pic>
        <p:nvPicPr>
          <p:cNvPr name="Picture 16" id="16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769521" y="1921272"/>
            <a:ext cx="794726" cy="495460"/>
          </a:xfrm>
          <a:prstGeom prst="rect">
            <a:avLst/>
          </a:prstGeom>
        </p:spPr>
      </p:pic>
      <p:sp>
        <p:nvSpPr>
          <p:cNvPr name="Freeform 17" id="17"/>
          <p:cNvSpPr/>
          <p:nvPr/>
        </p:nvSpPr>
        <p:spPr>
          <a:xfrm flipH="false" flipV="false" rot="0">
            <a:off x="3892741" y="3083976"/>
            <a:ext cx="10502519" cy="5433124"/>
          </a:xfrm>
          <a:custGeom>
            <a:avLst/>
            <a:gdLst/>
            <a:ahLst/>
            <a:cxnLst/>
            <a:rect r="r" b="b" t="t" l="l"/>
            <a:pathLst>
              <a:path h="5433124" w="10502519">
                <a:moveTo>
                  <a:pt x="0" y="0"/>
                </a:moveTo>
                <a:lnTo>
                  <a:pt x="10502518" y="0"/>
                </a:lnTo>
                <a:lnTo>
                  <a:pt x="10502518" y="5433124"/>
                </a:lnTo>
                <a:lnTo>
                  <a:pt x="0" y="543312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alphaModFix amt="6000"/>
            </a:blip>
            <a:stretch>
              <a:fillRect l="0" t="-25025" r="0" b="-18769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572895" y="3329748"/>
            <a:ext cx="16885688" cy="60259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840"/>
              </a:lnSpc>
            </a:pPr>
            <a:r>
              <a:rPr lang="en-US" sz="3457" b="true">
                <a:solidFill>
                  <a:srgbClr val="D84437"/>
                </a:solidFill>
                <a:latin typeface="Poppins Bold"/>
                <a:ea typeface="Poppins Bold"/>
                <a:cs typeface="Poppins Bold"/>
                <a:sym typeface="Poppins Bold"/>
              </a:rPr>
              <a:t>Please ensure below pointers are met while submitting the Idea PPT:</a:t>
            </a:r>
          </a:p>
          <a:p>
            <a:pPr algn="ctr">
              <a:lnSpc>
                <a:spcPts val="2880"/>
              </a:lnSpc>
            </a:pPr>
          </a:p>
          <a:p>
            <a:pPr algn="l">
              <a:lnSpc>
                <a:spcPts val="3720"/>
              </a:lnSpc>
            </a:pP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1.Kindly keep the maximum slides limit up to seven (7). (Including the title slide).</a:t>
            </a:r>
          </a:p>
          <a:p>
            <a:pPr algn="l">
              <a:lnSpc>
                <a:spcPts val="3720"/>
              </a:lnSpc>
            </a:pP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2.Try to avoid paragraphs and post your idea in points /diagrams / Infographics /pictures.</a:t>
            </a:r>
          </a:p>
          <a:p>
            <a:pPr algn="l">
              <a:lnSpc>
                <a:spcPts val="3720"/>
              </a:lnSpc>
              <a:spcBef>
                <a:spcPct val="0"/>
              </a:spcBef>
            </a:pP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3.Keep y</a:t>
            </a: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our explanation precise and easy to understand.</a:t>
            </a:r>
          </a:p>
          <a:p>
            <a:pPr algn="l">
              <a:lnSpc>
                <a:spcPts val="3720"/>
              </a:lnSpc>
              <a:spcBef>
                <a:spcPct val="0"/>
              </a:spcBef>
            </a:pP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4. Idea should be unique and novel.</a:t>
            </a:r>
          </a:p>
          <a:p>
            <a:pPr algn="l">
              <a:lnSpc>
                <a:spcPts val="3720"/>
              </a:lnSpc>
              <a:spcBef>
                <a:spcPct val="0"/>
              </a:spcBef>
            </a:pP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5. You can only use provided template for making the PPT without changing the idea details pointers.</a:t>
            </a:r>
          </a:p>
          <a:p>
            <a:pPr algn="l">
              <a:lnSpc>
                <a:spcPts val="3720"/>
              </a:lnSpc>
              <a:spcBef>
                <a:spcPct val="0"/>
              </a:spcBef>
            </a:pP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6. You need to save the file in PDF and upload the same on portal. No PPT, Word Doc or any other format will be supported.</a:t>
            </a:r>
          </a:p>
          <a:p>
            <a:pPr algn="l">
              <a:lnSpc>
                <a:spcPts val="3720"/>
              </a:lnSpc>
              <a:spcBef>
                <a:spcPct val="0"/>
              </a:spcBef>
            </a:pPr>
            <a:r>
              <a:rPr lang="en-US" sz="2657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7 Delete this slide during the submission</a:t>
            </a:r>
          </a:p>
          <a:p>
            <a:pPr algn="l">
              <a:lnSpc>
                <a:spcPts val="3720"/>
              </a:lnSpc>
              <a:spcBef>
                <a:spcPct val="0"/>
              </a:spcBef>
            </a:pPr>
          </a:p>
          <a:p>
            <a:pPr algn="l">
              <a:lnSpc>
                <a:spcPts val="2880"/>
              </a:lnSpc>
              <a:spcBef>
                <a:spcPct val="0"/>
              </a:spcBef>
            </a:pPr>
          </a:p>
        </p:txBody>
      </p:sp>
      <p:sp>
        <p:nvSpPr>
          <p:cNvPr name="Freeform 19" id="19"/>
          <p:cNvSpPr/>
          <p:nvPr/>
        </p:nvSpPr>
        <p:spPr>
          <a:xfrm flipH="false" flipV="false" rot="0">
            <a:off x="15723457" y="9258300"/>
            <a:ext cx="1535843" cy="653431"/>
          </a:xfrm>
          <a:custGeom>
            <a:avLst/>
            <a:gdLst/>
            <a:ahLst/>
            <a:cxnLst/>
            <a:rect r="r" b="b" t="t" l="l"/>
            <a:pathLst>
              <a:path h="653431" w="1535843">
                <a:moveTo>
                  <a:pt x="0" y="0"/>
                </a:moveTo>
                <a:lnTo>
                  <a:pt x="1535843" y="0"/>
                </a:lnTo>
                <a:lnTo>
                  <a:pt x="1535843" y="653431"/>
                </a:lnTo>
                <a:lnTo>
                  <a:pt x="0" y="653431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838621" y="1028700"/>
            <a:ext cx="5550460" cy="977268"/>
            <a:chOff x="0" y="0"/>
            <a:chExt cx="7400613" cy="130302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978259" y="0"/>
              <a:ext cx="5775507" cy="1303024"/>
              <a:chOff x="0" y="0"/>
              <a:chExt cx="1585000" cy="3575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1585000" cy="357595"/>
              </a:xfrm>
              <a:custGeom>
                <a:avLst/>
                <a:gdLst/>
                <a:ahLst/>
                <a:cxnLst/>
                <a:rect r="r" b="b" t="t" l="l"/>
                <a:pathLst>
                  <a:path h="357595" w="1585000">
                    <a:moveTo>
                      <a:pt x="57194" y="0"/>
                    </a:moveTo>
                    <a:lnTo>
                      <a:pt x="1527806" y="0"/>
                    </a:lnTo>
                    <a:cubicBezTo>
                      <a:pt x="1542975" y="0"/>
                      <a:pt x="1557522" y="6026"/>
                      <a:pt x="1568248" y="16752"/>
                    </a:cubicBezTo>
                    <a:cubicBezTo>
                      <a:pt x="1578974" y="27477"/>
                      <a:pt x="1585000" y="42025"/>
                      <a:pt x="1585000" y="57194"/>
                    </a:cubicBezTo>
                    <a:lnTo>
                      <a:pt x="1585000" y="300402"/>
                    </a:lnTo>
                    <a:cubicBezTo>
                      <a:pt x="1585000" y="315570"/>
                      <a:pt x="1578974" y="330118"/>
                      <a:pt x="1568248" y="340844"/>
                    </a:cubicBezTo>
                    <a:cubicBezTo>
                      <a:pt x="1557522" y="351569"/>
                      <a:pt x="1542975" y="357595"/>
                      <a:pt x="1527806" y="357595"/>
                    </a:cubicBezTo>
                    <a:lnTo>
                      <a:pt x="57194" y="357595"/>
                    </a:lnTo>
                    <a:cubicBezTo>
                      <a:pt x="42025" y="357595"/>
                      <a:pt x="27477" y="351569"/>
                      <a:pt x="16752" y="340844"/>
                    </a:cubicBezTo>
                    <a:cubicBezTo>
                      <a:pt x="6026" y="330118"/>
                      <a:pt x="0" y="315570"/>
                      <a:pt x="0" y="300402"/>
                    </a:cubicBezTo>
                    <a:lnTo>
                      <a:pt x="0" y="57194"/>
                    </a:lnTo>
                    <a:cubicBezTo>
                      <a:pt x="0" y="42025"/>
                      <a:pt x="6026" y="27477"/>
                      <a:pt x="16752" y="16752"/>
                    </a:cubicBezTo>
                    <a:cubicBezTo>
                      <a:pt x="27477" y="6026"/>
                      <a:pt x="42025" y="0"/>
                      <a:pt x="57194" y="0"/>
                    </a:cubicBezTo>
                    <a:close/>
                  </a:path>
                </a:pathLst>
              </a:custGeom>
              <a:solidFill>
                <a:srgbClr val="ECA618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38125"/>
                <a:ext cx="1585000" cy="595720"/>
              </a:xfrm>
              <a:prstGeom prst="rect">
                <a:avLst/>
              </a:prstGeom>
            </p:spPr>
            <p:txBody>
              <a:bodyPr anchor="ctr" rtlCol="false" tIns="23933" lIns="23933" bIns="23933" rIns="23933"/>
              <a:lstStyle/>
              <a:p>
                <a:pPr algn="ctr">
                  <a:lnSpc>
                    <a:spcPts val="1189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0" y="93746"/>
              <a:ext cx="7400613" cy="1019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48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1474238" y="-63617"/>
              <a:ext cx="4783548" cy="1229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42"/>
                </a:lnSpc>
              </a:pPr>
              <a:r>
                <a:rPr lang="en-US" b="true" sz="5315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IDEA TITLE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1025733"/>
            <a:ext cx="4327535" cy="968291"/>
            <a:chOff x="0" y="0"/>
            <a:chExt cx="5770047" cy="129105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770047" cy="1291055"/>
              <a:chOff x="0" y="0"/>
              <a:chExt cx="1451335" cy="3247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451335" cy="324738"/>
              </a:xfrm>
              <a:custGeom>
                <a:avLst/>
                <a:gdLst/>
                <a:ahLst/>
                <a:cxnLst/>
                <a:rect r="r" b="b" t="t" l="l"/>
                <a:pathLst>
                  <a:path h="324738" w="1451335">
                    <a:moveTo>
                      <a:pt x="89450" y="0"/>
                    </a:moveTo>
                    <a:lnTo>
                      <a:pt x="1361885" y="0"/>
                    </a:lnTo>
                    <a:cubicBezTo>
                      <a:pt x="1411287" y="0"/>
                      <a:pt x="1451335" y="40048"/>
                      <a:pt x="1451335" y="89450"/>
                    </a:cubicBezTo>
                    <a:lnTo>
                      <a:pt x="1451335" y="235288"/>
                    </a:lnTo>
                    <a:cubicBezTo>
                      <a:pt x="1451335" y="284690"/>
                      <a:pt x="1411287" y="324738"/>
                      <a:pt x="1361885" y="324738"/>
                    </a:cubicBezTo>
                    <a:lnTo>
                      <a:pt x="89450" y="324738"/>
                    </a:lnTo>
                    <a:cubicBezTo>
                      <a:pt x="65726" y="324738"/>
                      <a:pt x="42974" y="315314"/>
                      <a:pt x="26199" y="298539"/>
                    </a:cubicBezTo>
                    <a:cubicBezTo>
                      <a:pt x="9424" y="281764"/>
                      <a:pt x="0" y="259012"/>
                      <a:pt x="0" y="235288"/>
                    </a:cubicBezTo>
                    <a:lnTo>
                      <a:pt x="0" y="89450"/>
                    </a:lnTo>
                    <a:cubicBezTo>
                      <a:pt x="0" y="40048"/>
                      <a:pt x="40048" y="0"/>
                      <a:pt x="89450" y="0"/>
                    </a:cubicBezTo>
                    <a:close/>
                  </a:path>
                </a:pathLst>
              </a:custGeom>
              <a:solidFill>
                <a:srgbClr val="A7C8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451335" cy="362838"/>
              </a:xfrm>
              <a:prstGeom prst="rect">
                <a:avLst/>
              </a:prstGeom>
            </p:spPr>
            <p:txBody>
              <a:bodyPr anchor="ctr" rtlCol="false" tIns="39894" lIns="39894" bIns="39894" rIns="3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626766" y="381914"/>
              <a:ext cx="2003293" cy="470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05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TEAM NAME</a:t>
              </a:r>
            </a:p>
          </p:txBody>
        </p:sp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13573696" y="621684"/>
            <a:ext cx="3573258" cy="209494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16652024" y="615817"/>
            <a:ext cx="607276" cy="607276"/>
            <a:chOff x="0" y="0"/>
            <a:chExt cx="809702" cy="8097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9702" cy="809702"/>
            </a:xfrm>
            <a:custGeom>
              <a:avLst/>
              <a:gdLst/>
              <a:ahLst/>
              <a:cxnLst/>
              <a:rect r="r" b="b" t="t" l="l"/>
              <a:pathLst>
                <a:path h="809702" w="809702">
                  <a:moveTo>
                    <a:pt x="0" y="0"/>
                  </a:moveTo>
                  <a:lnTo>
                    <a:pt x="809702" y="0"/>
                  </a:lnTo>
                  <a:lnTo>
                    <a:pt x="809702" y="809702"/>
                  </a:lnTo>
                  <a:lnTo>
                    <a:pt x="0" y="80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>
                <a:extLst>
                  <a:ext uri="{96DAC541-7B7A-43D3-8B79-37D633B846F1}">
                    <asvg:svgBlip xmlns:asvg="http://schemas.microsoft.com/office/drawing/2016/SVG/main" r:embed="rId4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28077"/>
              <a:ext cx="753548" cy="753548"/>
            </a:xfrm>
            <a:custGeom>
              <a:avLst/>
              <a:gdLst/>
              <a:ahLst/>
              <a:cxnLst/>
              <a:rect r="r" b="b" t="t" l="l"/>
              <a:pathLst>
                <a:path h="753548" w="753548">
                  <a:moveTo>
                    <a:pt x="0" y="0"/>
                  </a:moveTo>
                  <a:lnTo>
                    <a:pt x="753548" y="0"/>
                  </a:lnTo>
                  <a:lnTo>
                    <a:pt x="753548" y="753548"/>
                  </a:lnTo>
                  <a:lnTo>
                    <a:pt x="0" y="753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962962" y="1751161"/>
            <a:ext cx="794726" cy="495460"/>
          </a:xfrm>
          <a:prstGeom prst="rect">
            <a:avLst/>
          </a:prstGeom>
        </p:spPr>
      </p:pic>
      <p:sp>
        <p:nvSpPr>
          <p:cNvPr name="Freeform 18" id="18"/>
          <p:cNvSpPr/>
          <p:nvPr/>
        </p:nvSpPr>
        <p:spPr>
          <a:xfrm flipH="false" flipV="false" rot="0">
            <a:off x="15723457" y="9258300"/>
            <a:ext cx="1535843" cy="653431"/>
          </a:xfrm>
          <a:custGeom>
            <a:avLst/>
            <a:gdLst/>
            <a:ahLst/>
            <a:cxnLst/>
            <a:rect r="r" b="b" t="t" l="l"/>
            <a:pathLst>
              <a:path h="653431" w="1535843">
                <a:moveTo>
                  <a:pt x="0" y="0"/>
                </a:moveTo>
                <a:lnTo>
                  <a:pt x="1535843" y="0"/>
                </a:lnTo>
                <a:lnTo>
                  <a:pt x="1535843" y="653431"/>
                </a:lnTo>
                <a:lnTo>
                  <a:pt x="0" y="65343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3892741" y="3083976"/>
            <a:ext cx="10502519" cy="5433124"/>
          </a:xfrm>
          <a:custGeom>
            <a:avLst/>
            <a:gdLst/>
            <a:ahLst/>
            <a:cxnLst/>
            <a:rect r="r" b="b" t="t" l="l"/>
            <a:pathLst>
              <a:path h="5433124" w="10502519">
                <a:moveTo>
                  <a:pt x="0" y="0"/>
                </a:moveTo>
                <a:lnTo>
                  <a:pt x="10502518" y="0"/>
                </a:lnTo>
                <a:lnTo>
                  <a:pt x="10502518" y="5433124"/>
                </a:lnTo>
                <a:lnTo>
                  <a:pt x="0" y="5433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000"/>
            </a:blip>
            <a:stretch>
              <a:fillRect l="0" t="-25025" r="0" b="-18769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982093" y="1028700"/>
            <a:ext cx="9100873" cy="977268"/>
            <a:chOff x="0" y="0"/>
            <a:chExt cx="12134497" cy="130302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310634" y="0"/>
              <a:ext cx="11467077" cy="1303024"/>
              <a:chOff x="0" y="0"/>
              <a:chExt cx="3146964" cy="3575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146964" cy="357595"/>
              </a:xfrm>
              <a:custGeom>
                <a:avLst/>
                <a:gdLst/>
                <a:ahLst/>
                <a:cxnLst/>
                <a:rect r="r" b="b" t="t" l="l"/>
                <a:pathLst>
                  <a:path h="357595" w="3146964">
                    <a:moveTo>
                      <a:pt x="28806" y="0"/>
                    </a:moveTo>
                    <a:lnTo>
                      <a:pt x="3118158" y="0"/>
                    </a:lnTo>
                    <a:cubicBezTo>
                      <a:pt x="3134067" y="0"/>
                      <a:pt x="3146964" y="12897"/>
                      <a:pt x="3146964" y="28806"/>
                    </a:cubicBezTo>
                    <a:lnTo>
                      <a:pt x="3146964" y="328789"/>
                    </a:lnTo>
                    <a:cubicBezTo>
                      <a:pt x="3146964" y="344698"/>
                      <a:pt x="3134067" y="357595"/>
                      <a:pt x="3118158" y="357595"/>
                    </a:cubicBezTo>
                    <a:lnTo>
                      <a:pt x="28806" y="357595"/>
                    </a:lnTo>
                    <a:cubicBezTo>
                      <a:pt x="12897" y="357595"/>
                      <a:pt x="0" y="344698"/>
                      <a:pt x="0" y="328789"/>
                    </a:cubicBezTo>
                    <a:lnTo>
                      <a:pt x="0" y="28806"/>
                    </a:lnTo>
                    <a:cubicBezTo>
                      <a:pt x="0" y="12897"/>
                      <a:pt x="12897" y="0"/>
                      <a:pt x="28806" y="0"/>
                    </a:cubicBezTo>
                    <a:close/>
                  </a:path>
                </a:pathLst>
              </a:custGeom>
              <a:solidFill>
                <a:srgbClr val="D84437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38125"/>
                <a:ext cx="3146964" cy="595720"/>
              </a:xfrm>
              <a:prstGeom prst="rect">
                <a:avLst/>
              </a:prstGeom>
            </p:spPr>
            <p:txBody>
              <a:bodyPr anchor="ctr" rtlCol="false" tIns="23933" lIns="23933" bIns="23933" rIns="23933"/>
              <a:lstStyle/>
              <a:p>
                <a:pPr algn="ctr">
                  <a:lnSpc>
                    <a:spcPts val="1189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879852" y="93746"/>
              <a:ext cx="10542862" cy="101971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48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-39522"/>
              <a:ext cx="12134497" cy="1229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42"/>
                </a:lnSpc>
              </a:pPr>
              <a:r>
                <a:rPr lang="en-US" sz="5315" b="true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TECHNICAL APPROACH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654558" y="1028700"/>
            <a:ext cx="4327535" cy="968291"/>
            <a:chOff x="0" y="0"/>
            <a:chExt cx="5770047" cy="129105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770047" cy="1291055"/>
              <a:chOff x="0" y="0"/>
              <a:chExt cx="1451335" cy="3247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451335" cy="324738"/>
              </a:xfrm>
              <a:custGeom>
                <a:avLst/>
                <a:gdLst/>
                <a:ahLst/>
                <a:cxnLst/>
                <a:rect r="r" b="b" t="t" l="l"/>
                <a:pathLst>
                  <a:path h="324738" w="1451335">
                    <a:moveTo>
                      <a:pt x="89450" y="0"/>
                    </a:moveTo>
                    <a:lnTo>
                      <a:pt x="1361885" y="0"/>
                    </a:lnTo>
                    <a:cubicBezTo>
                      <a:pt x="1411287" y="0"/>
                      <a:pt x="1451335" y="40048"/>
                      <a:pt x="1451335" y="89450"/>
                    </a:cubicBezTo>
                    <a:lnTo>
                      <a:pt x="1451335" y="235288"/>
                    </a:lnTo>
                    <a:cubicBezTo>
                      <a:pt x="1451335" y="284690"/>
                      <a:pt x="1411287" y="324738"/>
                      <a:pt x="1361885" y="324738"/>
                    </a:cubicBezTo>
                    <a:lnTo>
                      <a:pt x="89450" y="324738"/>
                    </a:lnTo>
                    <a:cubicBezTo>
                      <a:pt x="65726" y="324738"/>
                      <a:pt x="42974" y="315314"/>
                      <a:pt x="26199" y="298539"/>
                    </a:cubicBezTo>
                    <a:cubicBezTo>
                      <a:pt x="9424" y="281764"/>
                      <a:pt x="0" y="259012"/>
                      <a:pt x="0" y="235288"/>
                    </a:cubicBezTo>
                    <a:lnTo>
                      <a:pt x="0" y="89450"/>
                    </a:lnTo>
                    <a:cubicBezTo>
                      <a:pt x="0" y="40048"/>
                      <a:pt x="40048" y="0"/>
                      <a:pt x="89450" y="0"/>
                    </a:cubicBezTo>
                    <a:close/>
                  </a:path>
                </a:pathLst>
              </a:custGeom>
              <a:solidFill>
                <a:srgbClr val="A7C8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451335" cy="362838"/>
              </a:xfrm>
              <a:prstGeom prst="rect">
                <a:avLst/>
              </a:prstGeom>
            </p:spPr>
            <p:txBody>
              <a:bodyPr anchor="ctr" rtlCol="false" tIns="39894" lIns="39894" bIns="39894" rIns="3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626766" y="381914"/>
              <a:ext cx="2003293" cy="470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05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TEAM NAME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723457" y="9258300"/>
            <a:ext cx="1535843" cy="653431"/>
          </a:xfrm>
          <a:custGeom>
            <a:avLst/>
            <a:gdLst/>
            <a:ahLst/>
            <a:cxnLst/>
            <a:rect r="r" b="b" t="t" l="l"/>
            <a:pathLst>
              <a:path h="653431" w="1535843">
                <a:moveTo>
                  <a:pt x="0" y="0"/>
                </a:moveTo>
                <a:lnTo>
                  <a:pt x="1535843" y="0"/>
                </a:lnTo>
                <a:lnTo>
                  <a:pt x="1535843" y="653431"/>
                </a:lnTo>
                <a:lnTo>
                  <a:pt x="0" y="65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785195" y="617195"/>
            <a:ext cx="3573258" cy="209494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 rot="0">
            <a:off x="16863523" y="611328"/>
            <a:ext cx="607276" cy="607276"/>
            <a:chOff x="0" y="0"/>
            <a:chExt cx="809702" cy="8097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9702" cy="809702"/>
            </a:xfrm>
            <a:custGeom>
              <a:avLst/>
              <a:gdLst/>
              <a:ahLst/>
              <a:cxnLst/>
              <a:rect r="r" b="b" t="t" l="l"/>
              <a:pathLst>
                <a:path h="809702" w="809702">
                  <a:moveTo>
                    <a:pt x="0" y="0"/>
                  </a:moveTo>
                  <a:lnTo>
                    <a:pt x="809702" y="0"/>
                  </a:lnTo>
                  <a:lnTo>
                    <a:pt x="809702" y="809702"/>
                  </a:lnTo>
                  <a:lnTo>
                    <a:pt x="0" y="80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8077"/>
              <a:ext cx="753548" cy="753548"/>
            </a:xfrm>
            <a:custGeom>
              <a:avLst/>
              <a:gdLst/>
              <a:ahLst/>
              <a:cxnLst/>
              <a:rect r="r" b="b" t="t" l="l"/>
              <a:pathLst>
                <a:path h="753548" w="753548">
                  <a:moveTo>
                    <a:pt x="0" y="0"/>
                  </a:moveTo>
                  <a:lnTo>
                    <a:pt x="753548" y="0"/>
                  </a:lnTo>
                  <a:lnTo>
                    <a:pt x="753548" y="753548"/>
                  </a:lnTo>
                  <a:lnTo>
                    <a:pt x="0" y="753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174461" y="1746673"/>
            <a:ext cx="794726" cy="495460"/>
          </a:xfrm>
          <a:prstGeom prst="rect">
            <a:avLst/>
          </a:prstGeom>
        </p:spPr>
      </p:pic>
      <p:sp>
        <p:nvSpPr>
          <p:cNvPr name="Freeform 19" id="19"/>
          <p:cNvSpPr/>
          <p:nvPr/>
        </p:nvSpPr>
        <p:spPr>
          <a:xfrm flipH="false" flipV="false" rot="0">
            <a:off x="3892741" y="3083976"/>
            <a:ext cx="10502519" cy="5433124"/>
          </a:xfrm>
          <a:custGeom>
            <a:avLst/>
            <a:gdLst/>
            <a:ahLst/>
            <a:cxnLst/>
            <a:rect r="r" b="b" t="t" l="l"/>
            <a:pathLst>
              <a:path h="5433124" w="10502519">
                <a:moveTo>
                  <a:pt x="0" y="0"/>
                </a:moveTo>
                <a:lnTo>
                  <a:pt x="10502518" y="0"/>
                </a:lnTo>
                <a:lnTo>
                  <a:pt x="10502518" y="5433124"/>
                </a:lnTo>
                <a:lnTo>
                  <a:pt x="0" y="5433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000"/>
            </a:blip>
            <a:stretch>
              <a:fillRect l="0" t="-25025" r="0" b="-18769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97598" y="1028700"/>
            <a:ext cx="9267214" cy="977268"/>
            <a:chOff x="0" y="0"/>
            <a:chExt cx="12356285" cy="1303024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356285" cy="1303024"/>
              <a:chOff x="0" y="0"/>
              <a:chExt cx="3390994" cy="357595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390994" cy="357595"/>
              </a:xfrm>
              <a:custGeom>
                <a:avLst/>
                <a:gdLst/>
                <a:ahLst/>
                <a:cxnLst/>
                <a:rect r="r" b="b" t="t" l="l"/>
                <a:pathLst>
                  <a:path h="357595" w="3390994">
                    <a:moveTo>
                      <a:pt x="26733" y="0"/>
                    </a:moveTo>
                    <a:lnTo>
                      <a:pt x="3364261" y="0"/>
                    </a:lnTo>
                    <a:cubicBezTo>
                      <a:pt x="3371351" y="0"/>
                      <a:pt x="3378151" y="2817"/>
                      <a:pt x="3383164" y="7830"/>
                    </a:cubicBezTo>
                    <a:cubicBezTo>
                      <a:pt x="3388178" y="12843"/>
                      <a:pt x="3390994" y="19643"/>
                      <a:pt x="3390994" y="26733"/>
                    </a:cubicBezTo>
                    <a:lnTo>
                      <a:pt x="3390994" y="330862"/>
                    </a:lnTo>
                    <a:cubicBezTo>
                      <a:pt x="3390994" y="337952"/>
                      <a:pt x="3388178" y="344752"/>
                      <a:pt x="3383164" y="349765"/>
                    </a:cubicBezTo>
                    <a:cubicBezTo>
                      <a:pt x="3378151" y="354779"/>
                      <a:pt x="3371351" y="357595"/>
                      <a:pt x="3364261" y="357595"/>
                    </a:cubicBezTo>
                    <a:lnTo>
                      <a:pt x="26733" y="357595"/>
                    </a:lnTo>
                    <a:cubicBezTo>
                      <a:pt x="19643" y="357595"/>
                      <a:pt x="12843" y="354779"/>
                      <a:pt x="7830" y="349765"/>
                    </a:cubicBezTo>
                    <a:cubicBezTo>
                      <a:pt x="2817" y="344752"/>
                      <a:pt x="0" y="337952"/>
                      <a:pt x="0" y="330862"/>
                    </a:cubicBezTo>
                    <a:lnTo>
                      <a:pt x="0" y="26733"/>
                    </a:lnTo>
                    <a:cubicBezTo>
                      <a:pt x="0" y="19643"/>
                      <a:pt x="2817" y="12843"/>
                      <a:pt x="7830" y="7830"/>
                    </a:cubicBezTo>
                    <a:cubicBezTo>
                      <a:pt x="12843" y="2817"/>
                      <a:pt x="19643" y="0"/>
                      <a:pt x="26733" y="0"/>
                    </a:cubicBezTo>
                    <a:close/>
                  </a:path>
                </a:pathLst>
              </a:custGeom>
              <a:solidFill>
                <a:srgbClr val="38A152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38125"/>
                <a:ext cx="3390994" cy="595720"/>
              </a:xfrm>
              <a:prstGeom prst="rect">
                <a:avLst/>
              </a:prstGeom>
            </p:spPr>
            <p:txBody>
              <a:bodyPr anchor="ctr" rtlCol="false" tIns="23933" lIns="23933" bIns="23933" rIns="23933"/>
              <a:lstStyle/>
              <a:p>
                <a:pPr algn="ctr">
                  <a:lnSpc>
                    <a:spcPts val="1189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298797" y="93746"/>
              <a:ext cx="11724917" cy="10210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5748"/>
                </a:lnSpc>
              </a:pP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420459" y="-39522"/>
              <a:ext cx="11481594" cy="122966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442"/>
                </a:lnSpc>
              </a:pPr>
              <a:r>
                <a:rPr lang="en-US" b="true" sz="5315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FEASIBILITY AND VIABILITY</a:t>
              </a: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554787" y="1037677"/>
            <a:ext cx="4327535" cy="968291"/>
            <a:chOff x="0" y="0"/>
            <a:chExt cx="5770047" cy="1291055"/>
          </a:xfrm>
        </p:grpSpPr>
        <p:grpSp>
          <p:nvGrpSpPr>
            <p:cNvPr name="Group 9" id="9"/>
            <p:cNvGrpSpPr/>
            <p:nvPr/>
          </p:nvGrpSpPr>
          <p:grpSpPr>
            <a:xfrm rot="0">
              <a:off x="0" y="0"/>
              <a:ext cx="5770047" cy="1291055"/>
              <a:chOff x="0" y="0"/>
              <a:chExt cx="1451335" cy="324738"/>
            </a:xfrm>
          </p:grpSpPr>
          <p:sp>
            <p:nvSpPr>
              <p:cNvPr name="Freeform 10" id="10"/>
              <p:cNvSpPr/>
              <p:nvPr/>
            </p:nvSpPr>
            <p:spPr>
              <a:xfrm flipH="false" flipV="false" rot="0">
                <a:off x="0" y="0"/>
                <a:ext cx="1451335" cy="324738"/>
              </a:xfrm>
              <a:custGeom>
                <a:avLst/>
                <a:gdLst/>
                <a:ahLst/>
                <a:cxnLst/>
                <a:rect r="r" b="b" t="t" l="l"/>
                <a:pathLst>
                  <a:path h="324738" w="1451335">
                    <a:moveTo>
                      <a:pt x="89450" y="0"/>
                    </a:moveTo>
                    <a:lnTo>
                      <a:pt x="1361885" y="0"/>
                    </a:lnTo>
                    <a:cubicBezTo>
                      <a:pt x="1411287" y="0"/>
                      <a:pt x="1451335" y="40048"/>
                      <a:pt x="1451335" y="89450"/>
                    </a:cubicBezTo>
                    <a:lnTo>
                      <a:pt x="1451335" y="235288"/>
                    </a:lnTo>
                    <a:cubicBezTo>
                      <a:pt x="1451335" y="284690"/>
                      <a:pt x="1411287" y="324738"/>
                      <a:pt x="1361885" y="324738"/>
                    </a:cubicBezTo>
                    <a:lnTo>
                      <a:pt x="89450" y="324738"/>
                    </a:lnTo>
                    <a:cubicBezTo>
                      <a:pt x="65726" y="324738"/>
                      <a:pt x="42974" y="315314"/>
                      <a:pt x="26199" y="298539"/>
                    </a:cubicBezTo>
                    <a:cubicBezTo>
                      <a:pt x="9424" y="281764"/>
                      <a:pt x="0" y="259012"/>
                      <a:pt x="0" y="235288"/>
                    </a:cubicBezTo>
                    <a:lnTo>
                      <a:pt x="0" y="89450"/>
                    </a:lnTo>
                    <a:cubicBezTo>
                      <a:pt x="0" y="40048"/>
                      <a:pt x="40048" y="0"/>
                      <a:pt x="89450" y="0"/>
                    </a:cubicBezTo>
                    <a:close/>
                  </a:path>
                </a:pathLst>
              </a:custGeom>
              <a:solidFill>
                <a:srgbClr val="A7C8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1" id="11"/>
              <p:cNvSpPr txBox="true"/>
              <p:nvPr/>
            </p:nvSpPr>
            <p:spPr>
              <a:xfrm>
                <a:off x="0" y="-38100"/>
                <a:ext cx="1451335" cy="362838"/>
              </a:xfrm>
              <a:prstGeom prst="rect">
                <a:avLst/>
              </a:prstGeom>
            </p:spPr>
            <p:txBody>
              <a:bodyPr anchor="ctr" rtlCol="false" tIns="39894" lIns="39894" bIns="39894" rIns="3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2" id="12"/>
            <p:cNvSpPr txBox="true"/>
            <p:nvPr/>
          </p:nvSpPr>
          <p:spPr>
            <a:xfrm rot="0">
              <a:off x="1626766" y="381914"/>
              <a:ext cx="2003293" cy="470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05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TEAM NAME</a:t>
              </a:r>
            </a:p>
          </p:txBody>
        </p:sp>
      </p:grpSp>
      <p:sp>
        <p:nvSpPr>
          <p:cNvPr name="Freeform 13" id="13"/>
          <p:cNvSpPr/>
          <p:nvPr/>
        </p:nvSpPr>
        <p:spPr>
          <a:xfrm flipH="false" flipV="false" rot="0">
            <a:off x="15723457" y="9258300"/>
            <a:ext cx="1535843" cy="653431"/>
          </a:xfrm>
          <a:custGeom>
            <a:avLst/>
            <a:gdLst/>
            <a:ahLst/>
            <a:cxnLst/>
            <a:rect r="r" b="b" t="t" l="l"/>
            <a:pathLst>
              <a:path h="653431" w="1535843">
                <a:moveTo>
                  <a:pt x="0" y="0"/>
                </a:moveTo>
                <a:lnTo>
                  <a:pt x="1535843" y="0"/>
                </a:lnTo>
                <a:lnTo>
                  <a:pt x="1535843" y="653431"/>
                </a:lnTo>
                <a:lnTo>
                  <a:pt x="0" y="65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286116" y="626172"/>
            <a:ext cx="3573258" cy="2094940"/>
          </a:xfrm>
          <a:prstGeom prst="rect">
            <a:avLst/>
          </a:prstGeom>
        </p:spPr>
      </p:pic>
      <p:grpSp>
        <p:nvGrpSpPr>
          <p:cNvPr name="Group 15" id="15"/>
          <p:cNvGrpSpPr/>
          <p:nvPr/>
        </p:nvGrpSpPr>
        <p:grpSpPr>
          <a:xfrm rot="0">
            <a:off x="17364443" y="620305"/>
            <a:ext cx="607276" cy="607276"/>
            <a:chOff x="0" y="0"/>
            <a:chExt cx="809702" cy="80970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09702" cy="809702"/>
            </a:xfrm>
            <a:custGeom>
              <a:avLst/>
              <a:gdLst/>
              <a:ahLst/>
              <a:cxnLst/>
              <a:rect r="r" b="b" t="t" l="l"/>
              <a:pathLst>
                <a:path h="809702" w="809702">
                  <a:moveTo>
                    <a:pt x="0" y="0"/>
                  </a:moveTo>
                  <a:lnTo>
                    <a:pt x="809702" y="0"/>
                  </a:lnTo>
                  <a:lnTo>
                    <a:pt x="809702" y="809702"/>
                  </a:lnTo>
                  <a:lnTo>
                    <a:pt x="0" y="80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0" y="28077"/>
              <a:ext cx="753548" cy="753548"/>
            </a:xfrm>
            <a:custGeom>
              <a:avLst/>
              <a:gdLst/>
              <a:ahLst/>
              <a:cxnLst/>
              <a:rect r="r" b="b" t="t" l="l"/>
              <a:pathLst>
                <a:path h="753548" w="753548">
                  <a:moveTo>
                    <a:pt x="0" y="0"/>
                  </a:moveTo>
                  <a:lnTo>
                    <a:pt x="753548" y="0"/>
                  </a:lnTo>
                  <a:lnTo>
                    <a:pt x="753548" y="753548"/>
                  </a:lnTo>
                  <a:lnTo>
                    <a:pt x="0" y="753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675381" y="1755650"/>
            <a:ext cx="794726" cy="495460"/>
          </a:xfrm>
          <a:prstGeom prst="rect">
            <a:avLst/>
          </a:prstGeom>
        </p:spPr>
      </p:pic>
      <p:sp>
        <p:nvSpPr>
          <p:cNvPr name="Freeform 19" id="19"/>
          <p:cNvSpPr/>
          <p:nvPr/>
        </p:nvSpPr>
        <p:spPr>
          <a:xfrm flipH="false" flipV="false" rot="0">
            <a:off x="3892741" y="3083976"/>
            <a:ext cx="10502519" cy="5433124"/>
          </a:xfrm>
          <a:custGeom>
            <a:avLst/>
            <a:gdLst/>
            <a:ahLst/>
            <a:cxnLst/>
            <a:rect r="r" b="b" t="t" l="l"/>
            <a:pathLst>
              <a:path h="5433124" w="10502519">
                <a:moveTo>
                  <a:pt x="0" y="0"/>
                </a:moveTo>
                <a:lnTo>
                  <a:pt x="10502518" y="0"/>
                </a:lnTo>
                <a:lnTo>
                  <a:pt x="10502518" y="5433124"/>
                </a:lnTo>
                <a:lnTo>
                  <a:pt x="0" y="5433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000"/>
            </a:blip>
            <a:stretch>
              <a:fillRect l="0" t="-25025" r="0" b="-18769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212916" y="1028700"/>
            <a:ext cx="8452671" cy="928740"/>
            <a:chOff x="0" y="0"/>
            <a:chExt cx="11270228" cy="1238321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1270228" cy="1238321"/>
              <a:chOff x="0" y="0"/>
              <a:chExt cx="3237824" cy="355757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237824" cy="355757"/>
              </a:xfrm>
              <a:custGeom>
                <a:avLst/>
                <a:gdLst/>
                <a:ahLst/>
                <a:cxnLst/>
                <a:rect r="r" b="b" t="t" l="l"/>
                <a:pathLst>
                  <a:path h="355757" w="3237824">
                    <a:moveTo>
                      <a:pt x="30777" y="0"/>
                    </a:moveTo>
                    <a:lnTo>
                      <a:pt x="3207047" y="0"/>
                    </a:lnTo>
                    <a:cubicBezTo>
                      <a:pt x="3224045" y="0"/>
                      <a:pt x="3237824" y="13779"/>
                      <a:pt x="3237824" y="30777"/>
                    </a:cubicBezTo>
                    <a:lnTo>
                      <a:pt x="3237824" y="324980"/>
                    </a:lnTo>
                    <a:cubicBezTo>
                      <a:pt x="3237824" y="341978"/>
                      <a:pt x="3224045" y="355757"/>
                      <a:pt x="3207047" y="355757"/>
                    </a:cubicBezTo>
                    <a:lnTo>
                      <a:pt x="30777" y="355757"/>
                    </a:lnTo>
                    <a:cubicBezTo>
                      <a:pt x="13779" y="355757"/>
                      <a:pt x="0" y="341978"/>
                      <a:pt x="0" y="324980"/>
                    </a:cubicBezTo>
                    <a:lnTo>
                      <a:pt x="0" y="30777"/>
                    </a:lnTo>
                    <a:cubicBezTo>
                      <a:pt x="0" y="13779"/>
                      <a:pt x="13779" y="0"/>
                      <a:pt x="30777" y="0"/>
                    </a:cubicBezTo>
                    <a:close/>
                  </a:path>
                </a:pathLst>
              </a:custGeom>
              <a:solidFill>
                <a:srgbClr val="4881E1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38125"/>
                <a:ext cx="3237824" cy="593882"/>
              </a:xfrm>
              <a:prstGeom prst="rect">
                <a:avLst/>
              </a:prstGeom>
            </p:spPr>
            <p:txBody>
              <a:bodyPr anchor="ctr" rtlCol="false" tIns="21772" lIns="21772" bIns="21772" rIns="21772"/>
              <a:lstStyle/>
              <a:p>
                <a:pPr algn="ctr">
                  <a:lnSpc>
                    <a:spcPts val="1189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422359" y="-108012"/>
              <a:ext cx="10572125" cy="12924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844"/>
                </a:lnSpc>
              </a:pPr>
              <a:r>
                <a:rPr lang="en-US" b="true" sz="5603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IMPACT AND BENEFITS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679501" y="1028700"/>
            <a:ext cx="4327535" cy="968291"/>
            <a:chOff x="0" y="0"/>
            <a:chExt cx="5770047" cy="129105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770047" cy="1291055"/>
              <a:chOff x="0" y="0"/>
              <a:chExt cx="1451335" cy="32473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451335" cy="324738"/>
              </a:xfrm>
              <a:custGeom>
                <a:avLst/>
                <a:gdLst/>
                <a:ahLst/>
                <a:cxnLst/>
                <a:rect r="r" b="b" t="t" l="l"/>
                <a:pathLst>
                  <a:path h="324738" w="1451335">
                    <a:moveTo>
                      <a:pt x="89450" y="0"/>
                    </a:moveTo>
                    <a:lnTo>
                      <a:pt x="1361885" y="0"/>
                    </a:lnTo>
                    <a:cubicBezTo>
                      <a:pt x="1411287" y="0"/>
                      <a:pt x="1451335" y="40048"/>
                      <a:pt x="1451335" y="89450"/>
                    </a:cubicBezTo>
                    <a:lnTo>
                      <a:pt x="1451335" y="235288"/>
                    </a:lnTo>
                    <a:cubicBezTo>
                      <a:pt x="1451335" y="284690"/>
                      <a:pt x="1411287" y="324738"/>
                      <a:pt x="1361885" y="324738"/>
                    </a:cubicBezTo>
                    <a:lnTo>
                      <a:pt x="89450" y="324738"/>
                    </a:lnTo>
                    <a:cubicBezTo>
                      <a:pt x="65726" y="324738"/>
                      <a:pt x="42974" y="315314"/>
                      <a:pt x="26199" y="298539"/>
                    </a:cubicBezTo>
                    <a:cubicBezTo>
                      <a:pt x="9424" y="281764"/>
                      <a:pt x="0" y="259012"/>
                      <a:pt x="0" y="235288"/>
                    </a:cubicBezTo>
                    <a:lnTo>
                      <a:pt x="0" y="89450"/>
                    </a:lnTo>
                    <a:cubicBezTo>
                      <a:pt x="0" y="40048"/>
                      <a:pt x="40048" y="0"/>
                      <a:pt x="89450" y="0"/>
                    </a:cubicBezTo>
                    <a:close/>
                  </a:path>
                </a:pathLst>
              </a:custGeom>
              <a:solidFill>
                <a:srgbClr val="A7C8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451335" cy="362838"/>
              </a:xfrm>
              <a:prstGeom prst="rect">
                <a:avLst/>
              </a:prstGeom>
            </p:spPr>
            <p:txBody>
              <a:bodyPr anchor="ctr" rtlCol="false" tIns="39894" lIns="39894" bIns="39894" rIns="3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626766" y="381914"/>
              <a:ext cx="2003293" cy="470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05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TEAM NAME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723457" y="9258300"/>
            <a:ext cx="1535843" cy="653431"/>
          </a:xfrm>
          <a:custGeom>
            <a:avLst/>
            <a:gdLst/>
            <a:ahLst/>
            <a:cxnLst/>
            <a:rect r="r" b="b" t="t" l="l"/>
            <a:pathLst>
              <a:path h="653431" w="1535843">
                <a:moveTo>
                  <a:pt x="0" y="0"/>
                </a:moveTo>
                <a:lnTo>
                  <a:pt x="1535843" y="0"/>
                </a:lnTo>
                <a:lnTo>
                  <a:pt x="1535843" y="653431"/>
                </a:lnTo>
                <a:lnTo>
                  <a:pt x="0" y="65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3573696" y="617195"/>
            <a:ext cx="3573258" cy="209494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16652024" y="611328"/>
            <a:ext cx="607276" cy="607276"/>
            <a:chOff x="0" y="0"/>
            <a:chExt cx="809702" cy="8097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9702" cy="809702"/>
            </a:xfrm>
            <a:custGeom>
              <a:avLst/>
              <a:gdLst/>
              <a:ahLst/>
              <a:cxnLst/>
              <a:rect r="r" b="b" t="t" l="l"/>
              <a:pathLst>
                <a:path h="809702" w="809702">
                  <a:moveTo>
                    <a:pt x="0" y="0"/>
                  </a:moveTo>
                  <a:lnTo>
                    <a:pt x="809702" y="0"/>
                  </a:lnTo>
                  <a:lnTo>
                    <a:pt x="809702" y="809702"/>
                  </a:lnTo>
                  <a:lnTo>
                    <a:pt x="0" y="80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28077"/>
              <a:ext cx="753548" cy="753548"/>
            </a:xfrm>
            <a:custGeom>
              <a:avLst/>
              <a:gdLst/>
              <a:ahLst/>
              <a:cxnLst/>
              <a:rect r="r" b="b" t="t" l="l"/>
              <a:pathLst>
                <a:path h="753548" w="753548">
                  <a:moveTo>
                    <a:pt x="0" y="0"/>
                  </a:moveTo>
                  <a:lnTo>
                    <a:pt x="753548" y="0"/>
                  </a:lnTo>
                  <a:lnTo>
                    <a:pt x="753548" y="753548"/>
                  </a:lnTo>
                  <a:lnTo>
                    <a:pt x="0" y="753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962962" y="1746673"/>
            <a:ext cx="794726" cy="495460"/>
          </a:xfrm>
          <a:prstGeom prst="rect">
            <a:avLst/>
          </a:prstGeom>
        </p:spPr>
      </p:pic>
      <p:sp>
        <p:nvSpPr>
          <p:cNvPr name="Freeform 18" id="18"/>
          <p:cNvSpPr/>
          <p:nvPr/>
        </p:nvSpPr>
        <p:spPr>
          <a:xfrm flipH="false" flipV="false" rot="0">
            <a:off x="3892741" y="3083976"/>
            <a:ext cx="10502519" cy="5433124"/>
          </a:xfrm>
          <a:custGeom>
            <a:avLst/>
            <a:gdLst/>
            <a:ahLst/>
            <a:cxnLst/>
            <a:rect r="r" b="b" t="t" l="l"/>
            <a:pathLst>
              <a:path h="5433124" w="10502519">
                <a:moveTo>
                  <a:pt x="0" y="0"/>
                </a:moveTo>
                <a:lnTo>
                  <a:pt x="10502518" y="0"/>
                </a:lnTo>
                <a:lnTo>
                  <a:pt x="10502518" y="5433124"/>
                </a:lnTo>
                <a:lnTo>
                  <a:pt x="0" y="5433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000"/>
            </a:blip>
            <a:stretch>
              <a:fillRect l="0" t="-25025" r="0" b="-18769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896850" y="1010231"/>
            <a:ext cx="9619251" cy="993545"/>
            <a:chOff x="0" y="0"/>
            <a:chExt cx="12825668" cy="1324727"/>
          </a:xfrm>
        </p:grpSpPr>
        <p:grpSp>
          <p:nvGrpSpPr>
            <p:cNvPr name="Group 3" id="3"/>
            <p:cNvGrpSpPr/>
            <p:nvPr/>
          </p:nvGrpSpPr>
          <p:grpSpPr>
            <a:xfrm rot="0">
              <a:off x="0" y="0"/>
              <a:ext cx="12825668" cy="1324727"/>
              <a:chOff x="0" y="0"/>
              <a:chExt cx="3519809" cy="363551"/>
            </a:xfrm>
          </p:grpSpPr>
          <p:sp>
            <p:nvSpPr>
              <p:cNvPr name="Freeform 4" id="4"/>
              <p:cNvSpPr/>
              <p:nvPr/>
            </p:nvSpPr>
            <p:spPr>
              <a:xfrm flipH="false" flipV="false" rot="0">
                <a:off x="0" y="0"/>
                <a:ext cx="3519809" cy="363551"/>
              </a:xfrm>
              <a:custGeom>
                <a:avLst/>
                <a:gdLst/>
                <a:ahLst/>
                <a:cxnLst/>
                <a:rect r="r" b="b" t="t" l="l"/>
                <a:pathLst>
                  <a:path h="363551" w="3519809">
                    <a:moveTo>
                      <a:pt x="25755" y="0"/>
                    </a:moveTo>
                    <a:lnTo>
                      <a:pt x="3494055" y="0"/>
                    </a:lnTo>
                    <a:cubicBezTo>
                      <a:pt x="3500885" y="0"/>
                      <a:pt x="3507436" y="2713"/>
                      <a:pt x="3512266" y="7543"/>
                    </a:cubicBezTo>
                    <a:cubicBezTo>
                      <a:pt x="3517096" y="12373"/>
                      <a:pt x="3519809" y="18924"/>
                      <a:pt x="3519809" y="25755"/>
                    </a:cubicBezTo>
                    <a:lnTo>
                      <a:pt x="3519809" y="337796"/>
                    </a:lnTo>
                    <a:cubicBezTo>
                      <a:pt x="3519809" y="344627"/>
                      <a:pt x="3517096" y="351178"/>
                      <a:pt x="3512266" y="356008"/>
                    </a:cubicBezTo>
                    <a:cubicBezTo>
                      <a:pt x="3507436" y="360838"/>
                      <a:pt x="3500885" y="363551"/>
                      <a:pt x="3494055" y="363551"/>
                    </a:cubicBezTo>
                    <a:lnTo>
                      <a:pt x="25755" y="363551"/>
                    </a:lnTo>
                    <a:cubicBezTo>
                      <a:pt x="18924" y="363551"/>
                      <a:pt x="12373" y="360838"/>
                      <a:pt x="7543" y="356008"/>
                    </a:cubicBezTo>
                    <a:cubicBezTo>
                      <a:pt x="2713" y="351178"/>
                      <a:pt x="0" y="344627"/>
                      <a:pt x="0" y="337796"/>
                    </a:cubicBezTo>
                    <a:lnTo>
                      <a:pt x="0" y="25755"/>
                    </a:lnTo>
                    <a:cubicBezTo>
                      <a:pt x="0" y="18924"/>
                      <a:pt x="2713" y="12373"/>
                      <a:pt x="7543" y="7543"/>
                    </a:cubicBezTo>
                    <a:cubicBezTo>
                      <a:pt x="12373" y="2713"/>
                      <a:pt x="18924" y="0"/>
                      <a:pt x="25755" y="0"/>
                    </a:cubicBezTo>
                    <a:close/>
                  </a:path>
                </a:pathLst>
              </a:custGeom>
              <a:solidFill>
                <a:srgbClr val="ECA618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5" id="5"/>
              <p:cNvSpPr txBox="true"/>
              <p:nvPr/>
            </p:nvSpPr>
            <p:spPr>
              <a:xfrm>
                <a:off x="0" y="-238125"/>
                <a:ext cx="3519809" cy="601676"/>
              </a:xfrm>
              <a:prstGeom prst="rect">
                <a:avLst/>
              </a:prstGeom>
            </p:spPr>
            <p:txBody>
              <a:bodyPr anchor="ctr" rtlCol="false" tIns="23933" lIns="23933" bIns="23933" rIns="23933"/>
              <a:lstStyle/>
              <a:p>
                <a:pPr algn="ctr">
                  <a:lnSpc>
                    <a:spcPts val="11899"/>
                  </a:lnSpc>
                </a:pPr>
              </a:p>
            </p:txBody>
          </p:sp>
        </p:grpSp>
        <p:sp>
          <p:nvSpPr>
            <p:cNvPr name="TextBox 6" id="6"/>
            <p:cNvSpPr txBox="true"/>
            <p:nvPr/>
          </p:nvSpPr>
          <p:spPr>
            <a:xfrm rot="0">
              <a:off x="382079" y="-6658"/>
              <a:ext cx="12061511" cy="118564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7162"/>
                </a:lnSpc>
              </a:pPr>
              <a:r>
                <a:rPr lang="en-US" b="true" sz="5115">
                  <a:solidFill>
                    <a:srgbClr val="FFFFFF"/>
                  </a:solidFill>
                  <a:latin typeface="Poppins Semi-Bold"/>
                  <a:ea typeface="Poppins Semi-Bold"/>
                  <a:cs typeface="Poppins Semi-Bold"/>
                  <a:sym typeface="Poppins Semi-Bold"/>
                </a:rPr>
                <a:t>RESEARCH AND REFERENCES</a:t>
              </a: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07390" y="1019208"/>
            <a:ext cx="4327535" cy="968291"/>
            <a:chOff x="0" y="0"/>
            <a:chExt cx="5770047" cy="1291055"/>
          </a:xfrm>
        </p:grpSpPr>
        <p:grpSp>
          <p:nvGrpSpPr>
            <p:cNvPr name="Group 8" id="8"/>
            <p:cNvGrpSpPr/>
            <p:nvPr/>
          </p:nvGrpSpPr>
          <p:grpSpPr>
            <a:xfrm rot="0">
              <a:off x="0" y="0"/>
              <a:ext cx="5770047" cy="1291055"/>
              <a:chOff x="0" y="0"/>
              <a:chExt cx="1451335" cy="324738"/>
            </a:xfrm>
          </p:grpSpPr>
          <p:sp>
            <p:nvSpPr>
              <p:cNvPr name="Freeform 9" id="9"/>
              <p:cNvSpPr/>
              <p:nvPr/>
            </p:nvSpPr>
            <p:spPr>
              <a:xfrm flipH="false" flipV="false" rot="0">
                <a:off x="0" y="0"/>
                <a:ext cx="1451335" cy="324738"/>
              </a:xfrm>
              <a:custGeom>
                <a:avLst/>
                <a:gdLst/>
                <a:ahLst/>
                <a:cxnLst/>
                <a:rect r="r" b="b" t="t" l="l"/>
                <a:pathLst>
                  <a:path h="324738" w="1451335">
                    <a:moveTo>
                      <a:pt x="89450" y="0"/>
                    </a:moveTo>
                    <a:lnTo>
                      <a:pt x="1361885" y="0"/>
                    </a:lnTo>
                    <a:cubicBezTo>
                      <a:pt x="1411287" y="0"/>
                      <a:pt x="1451335" y="40048"/>
                      <a:pt x="1451335" y="89450"/>
                    </a:cubicBezTo>
                    <a:lnTo>
                      <a:pt x="1451335" y="235288"/>
                    </a:lnTo>
                    <a:cubicBezTo>
                      <a:pt x="1451335" y="284690"/>
                      <a:pt x="1411287" y="324738"/>
                      <a:pt x="1361885" y="324738"/>
                    </a:cubicBezTo>
                    <a:lnTo>
                      <a:pt x="89450" y="324738"/>
                    </a:lnTo>
                    <a:cubicBezTo>
                      <a:pt x="65726" y="324738"/>
                      <a:pt x="42974" y="315314"/>
                      <a:pt x="26199" y="298539"/>
                    </a:cubicBezTo>
                    <a:cubicBezTo>
                      <a:pt x="9424" y="281764"/>
                      <a:pt x="0" y="259012"/>
                      <a:pt x="0" y="235288"/>
                    </a:cubicBezTo>
                    <a:lnTo>
                      <a:pt x="0" y="89450"/>
                    </a:lnTo>
                    <a:cubicBezTo>
                      <a:pt x="0" y="40048"/>
                      <a:pt x="40048" y="0"/>
                      <a:pt x="89450" y="0"/>
                    </a:cubicBezTo>
                    <a:close/>
                  </a:path>
                </a:pathLst>
              </a:custGeom>
              <a:solidFill>
                <a:srgbClr val="A7C8FF"/>
              </a:solidFill>
              <a:ln w="28575" cap="rnd">
                <a:solidFill>
                  <a:srgbClr val="000000"/>
                </a:solidFill>
                <a:prstDash val="solid"/>
                <a:round/>
              </a:ln>
            </p:spPr>
          </p:sp>
          <p:sp>
            <p:nvSpPr>
              <p:cNvPr name="TextBox 10" id="10"/>
              <p:cNvSpPr txBox="true"/>
              <p:nvPr/>
            </p:nvSpPr>
            <p:spPr>
              <a:xfrm>
                <a:off x="0" y="-38100"/>
                <a:ext cx="1451335" cy="362838"/>
              </a:xfrm>
              <a:prstGeom prst="rect">
                <a:avLst/>
              </a:prstGeom>
            </p:spPr>
            <p:txBody>
              <a:bodyPr anchor="ctr" rtlCol="false" tIns="39894" lIns="39894" bIns="39894" rIns="39894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</a:p>
            </p:txBody>
          </p:sp>
        </p:grpSp>
        <p:sp>
          <p:nvSpPr>
            <p:cNvPr name="TextBox 11" id="11"/>
            <p:cNvSpPr txBox="true"/>
            <p:nvPr/>
          </p:nvSpPr>
          <p:spPr>
            <a:xfrm rot="0">
              <a:off x="1626766" y="381914"/>
              <a:ext cx="2003293" cy="47007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80"/>
                </a:lnSpc>
                <a:spcBef>
                  <a:spcPct val="0"/>
                </a:spcBef>
              </a:pPr>
              <a:r>
                <a:rPr lang="en-US" b="true" sz="2057">
                  <a:solidFill>
                    <a:srgbClr val="000000"/>
                  </a:solidFill>
                  <a:latin typeface="Poppins Medium"/>
                  <a:ea typeface="Poppins Medium"/>
                  <a:cs typeface="Poppins Medium"/>
                  <a:sym typeface="Poppins Medium"/>
                </a:rPr>
                <a:t>TEAM NAME</a:t>
              </a: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15723457" y="9258300"/>
            <a:ext cx="1535843" cy="653431"/>
          </a:xfrm>
          <a:custGeom>
            <a:avLst/>
            <a:gdLst/>
            <a:ahLst/>
            <a:cxnLst/>
            <a:rect r="r" b="b" t="t" l="l"/>
            <a:pathLst>
              <a:path h="653431" w="1535843">
                <a:moveTo>
                  <a:pt x="0" y="0"/>
                </a:moveTo>
                <a:lnTo>
                  <a:pt x="1535843" y="0"/>
                </a:lnTo>
                <a:lnTo>
                  <a:pt x="1535843" y="653431"/>
                </a:lnTo>
                <a:lnTo>
                  <a:pt x="0" y="65343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4380254" y="791795"/>
            <a:ext cx="3573258" cy="209494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 rot="0">
            <a:off x="17458583" y="785927"/>
            <a:ext cx="607276" cy="607276"/>
            <a:chOff x="0" y="0"/>
            <a:chExt cx="809702" cy="809702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09702" cy="809702"/>
            </a:xfrm>
            <a:custGeom>
              <a:avLst/>
              <a:gdLst/>
              <a:ahLst/>
              <a:cxnLst/>
              <a:rect r="r" b="b" t="t" l="l"/>
              <a:pathLst>
                <a:path h="809702" w="809702">
                  <a:moveTo>
                    <a:pt x="0" y="0"/>
                  </a:moveTo>
                  <a:lnTo>
                    <a:pt x="809702" y="0"/>
                  </a:lnTo>
                  <a:lnTo>
                    <a:pt x="809702" y="809702"/>
                  </a:lnTo>
                  <a:lnTo>
                    <a:pt x="0" y="80970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  <p:sp>
          <p:nvSpPr>
            <p:cNvPr name="Freeform 16" id="16"/>
            <p:cNvSpPr/>
            <p:nvPr/>
          </p:nvSpPr>
          <p:spPr>
            <a:xfrm flipH="false" flipV="false" rot="0">
              <a:off x="0" y="28077"/>
              <a:ext cx="753548" cy="753548"/>
            </a:xfrm>
            <a:custGeom>
              <a:avLst/>
              <a:gdLst/>
              <a:ahLst/>
              <a:cxnLst/>
              <a:rect r="r" b="b" t="t" l="l"/>
              <a:pathLst>
                <a:path h="753548" w="753548">
                  <a:moveTo>
                    <a:pt x="0" y="0"/>
                  </a:moveTo>
                  <a:lnTo>
                    <a:pt x="753548" y="0"/>
                  </a:lnTo>
                  <a:lnTo>
                    <a:pt x="753548" y="753548"/>
                  </a:lnTo>
                  <a:lnTo>
                    <a:pt x="0" y="75354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>
                <a:extLst>
                  <a:ext uri="{96DAC541-7B7A-43D3-8B79-37D633B846F1}">
                    <asvg:svgBlip xmlns:asvg="http://schemas.microsoft.com/office/drawing/2016/SVG/main" r:embed="rId8"/>
                  </a:ext>
                </a:extLst>
              </a:blip>
              <a:stretch>
                <a:fillRect l="0" t="0" r="0" b="0"/>
              </a:stretch>
            </a:blipFill>
            <a:ln cap="sq">
              <a:noFill/>
              <a:prstDash val="solid"/>
              <a:miter/>
            </a:ln>
          </p:spPr>
        </p:sp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5769521" y="1921272"/>
            <a:ext cx="794726" cy="495460"/>
          </a:xfrm>
          <a:prstGeom prst="rect">
            <a:avLst/>
          </a:prstGeom>
        </p:spPr>
      </p:pic>
      <p:sp>
        <p:nvSpPr>
          <p:cNvPr name="Freeform 18" id="18"/>
          <p:cNvSpPr/>
          <p:nvPr/>
        </p:nvSpPr>
        <p:spPr>
          <a:xfrm flipH="false" flipV="false" rot="0">
            <a:off x="3892741" y="3083976"/>
            <a:ext cx="10502519" cy="5433124"/>
          </a:xfrm>
          <a:custGeom>
            <a:avLst/>
            <a:gdLst/>
            <a:ahLst/>
            <a:cxnLst/>
            <a:rect r="r" b="b" t="t" l="l"/>
            <a:pathLst>
              <a:path h="5433124" w="10502519">
                <a:moveTo>
                  <a:pt x="0" y="0"/>
                </a:moveTo>
                <a:lnTo>
                  <a:pt x="10502518" y="0"/>
                </a:lnTo>
                <a:lnTo>
                  <a:pt x="10502518" y="5433124"/>
                </a:lnTo>
                <a:lnTo>
                  <a:pt x="0" y="5433124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alphaModFix amt="6000"/>
            </a:blip>
            <a:stretch>
              <a:fillRect l="0" t="-25025" r="0" b="-18769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DAHBaE1UHVg</dc:identifier>
  <dcterms:modified xsi:type="dcterms:W3CDTF">2011-08-01T06:04:30Z</dcterms:modified>
  <cp:revision>1</cp:revision>
  <dc:title>HACKON2.0_PPT_TEMPLATE</dc:title>
</cp:coreProperties>
</file>